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T Sans Narrow"/>
      <p:regular r:id="rId15"/>
      <p:bold r:id="rId16"/>
    </p:embeddedFont>
    <p:embeddedFont>
      <p:font typeface="Open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TSansNarrow-regular.fntdata"/><Relationship Id="rId14" Type="http://schemas.openxmlformats.org/officeDocument/2006/relationships/slide" Target="slides/slide9.xml"/><Relationship Id="rId17" Type="http://schemas.openxmlformats.org/officeDocument/2006/relationships/font" Target="fonts/OpenSans-regular.fntdata"/><Relationship Id="rId16" Type="http://schemas.openxmlformats.org/officeDocument/2006/relationships/font" Target="fonts/PTSansNarrow-bold.fntdata"/><Relationship Id="rId5" Type="http://schemas.openxmlformats.org/officeDocument/2006/relationships/notesMaster" Target="notesMasters/notesMaster1.xml"/><Relationship Id="rId19" Type="http://schemas.openxmlformats.org/officeDocument/2006/relationships/font" Target="fonts/OpenSans-italic.fntdata"/><Relationship Id="rId6" Type="http://schemas.openxmlformats.org/officeDocument/2006/relationships/slide" Target="slides/slide1.xml"/><Relationship Id="rId18" Type="http://schemas.openxmlformats.org/officeDocument/2006/relationships/font" Target="fonts/OpenSans-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46568f443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46568f443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46568f443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f46568f443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f46568f443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f46568f443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46568f443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f46568f443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46568f443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f46568f443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46568f44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f46568f44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46568f443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f46568f443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46568f443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f46568f443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771000" y="1751775"/>
            <a:ext cx="8183400" cy="1022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Ai Tomato Leaf Disease Detector</a:t>
            </a:r>
            <a:endParaRPr/>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Maximus Castro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it works?</a:t>
            </a:r>
            <a:endParaRPr/>
          </a:p>
        </p:txBody>
      </p:sp>
      <p:sp>
        <p:nvSpPr>
          <p:cNvPr id="73" name="Google Shape;73;p14"/>
          <p:cNvSpPr txBox="1"/>
          <p:nvPr>
            <p:ph idx="1" type="body"/>
          </p:nvPr>
        </p:nvSpPr>
        <p:spPr>
          <a:xfrm>
            <a:off x="271200" y="1237400"/>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2100">
                <a:solidFill>
                  <a:srgbClr val="1F2328"/>
                </a:solidFill>
                <a:highlight>
                  <a:srgbClr val="FFFFFF"/>
                </a:highlight>
                <a:latin typeface="Arial"/>
                <a:ea typeface="Arial"/>
                <a:cs typeface="Arial"/>
                <a:sym typeface="Arial"/>
              </a:rPr>
              <a:t>This project showcases an AI system that can detect the condition of tomato leaves based on images and pictures. This AI or better known as datamato can identify whether a tomato leaf is healthy or affected by a specific type of disease.</a:t>
            </a:r>
            <a:r>
              <a:rPr lang="en" sz="2100">
                <a:solidFill>
                  <a:srgbClr val="000000"/>
                </a:solidFill>
                <a:latin typeface="Arial"/>
                <a:ea typeface="Arial"/>
                <a:cs typeface="Arial"/>
                <a:sym typeface="Arial"/>
              </a:rPr>
              <a:t> </a:t>
            </a:r>
            <a:endParaRPr sz="2100"/>
          </a:p>
        </p:txBody>
      </p:sp>
      <p:sp>
        <p:nvSpPr>
          <p:cNvPr id="74" name="Google Shape;74;p14"/>
          <p:cNvSpPr txBox="1"/>
          <p:nvPr/>
        </p:nvSpPr>
        <p:spPr>
          <a:xfrm>
            <a:off x="4948275" y="588100"/>
            <a:ext cx="378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does it run on?</a:t>
            </a:r>
            <a:endParaRPr/>
          </a:p>
        </p:txBody>
      </p:sp>
      <p:sp>
        <p:nvSpPr>
          <p:cNvPr id="80" name="Google Shape;80;p15"/>
          <p:cNvSpPr txBox="1"/>
          <p:nvPr>
            <p:ph idx="1" type="body"/>
          </p:nvPr>
        </p:nvSpPr>
        <p:spPr>
          <a:xfrm>
            <a:off x="311700" y="1318950"/>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Datamato is running on Image net. Basically what that means is that it identify only on images and pictures. </a:t>
            </a:r>
            <a:r>
              <a:rPr lang="en"/>
              <a:t>Datamato</a:t>
            </a:r>
            <a:r>
              <a:rPr lang="en"/>
              <a:t> will be modify to do detection net as well which can run on an external camera live, but for right now, it runs on imagenet.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37925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 of this product</a:t>
            </a:r>
            <a:endParaRPr/>
          </a:p>
        </p:txBody>
      </p:sp>
      <p:sp>
        <p:nvSpPr>
          <p:cNvPr id="86" name="Google Shape;86;p16"/>
          <p:cNvSpPr txBox="1"/>
          <p:nvPr>
            <p:ph idx="1" type="body"/>
          </p:nvPr>
        </p:nvSpPr>
        <p:spPr>
          <a:xfrm>
            <a:off x="311700" y="1266325"/>
            <a:ext cx="8520600" cy="3302700"/>
          </a:xfrm>
          <a:prstGeom prst="rect">
            <a:avLst/>
          </a:prstGeom>
          <a:ln cap="flat" cmpd="sng" w="9525">
            <a:solidFill>
              <a:srgbClr val="999999"/>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1200"/>
              </a:spcAft>
              <a:buNone/>
            </a:pPr>
            <a:r>
              <a:rPr lang="en"/>
              <a:t>The goal for this Ai product is to help farmers fix their issue with </a:t>
            </a:r>
            <a:r>
              <a:rPr lang="en"/>
              <a:t>tomatoes</a:t>
            </a:r>
            <a:r>
              <a:rPr lang="en"/>
              <a:t>. Sometimes </a:t>
            </a:r>
            <a:r>
              <a:rPr lang="en"/>
              <a:t>it's</a:t>
            </a:r>
            <a:r>
              <a:rPr lang="en"/>
              <a:t> hard to identify whether a tomato plant is healthy or is affected by something. With </a:t>
            </a:r>
            <a:r>
              <a:rPr lang="en"/>
              <a:t>Datamato</a:t>
            </a:r>
            <a:r>
              <a:rPr lang="en"/>
              <a:t>, </a:t>
            </a:r>
            <a:r>
              <a:rPr lang="en"/>
              <a:t>farmers</a:t>
            </a:r>
            <a:r>
              <a:rPr lang="en"/>
              <a:t> can apply the </a:t>
            </a:r>
            <a:r>
              <a:rPr lang="en"/>
              <a:t>appropriate</a:t>
            </a:r>
            <a:r>
              <a:rPr lang="en"/>
              <a:t> treatment based on the leaf condition and overall improve </a:t>
            </a:r>
            <a:r>
              <a:rPr lang="en"/>
              <a:t>plants</a:t>
            </a:r>
            <a:r>
              <a:rPr lang="en"/>
              <a:t> health.</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does the Ai identify?</a:t>
            </a:r>
            <a:endParaRPr/>
          </a:p>
        </p:txBody>
      </p:sp>
      <p:sp>
        <p:nvSpPr>
          <p:cNvPr id="92" name="Google Shape;92;p1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Datamato </a:t>
            </a:r>
            <a:r>
              <a:rPr lang="en"/>
              <a:t>can identify many things based on the tomato leaf conditions. It can identify whether its healthy, or encountering bacterial spot, early blight, late light, leaf mold, mosaic virus, septoria leaf spot, s</a:t>
            </a:r>
            <a:r>
              <a:rPr lang="en"/>
              <a:t>pider</a:t>
            </a:r>
            <a:r>
              <a:rPr lang="en"/>
              <a:t> mites, or yellow leaf curl virus.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sz="1200">
                <a:solidFill>
                  <a:srgbClr val="1F2328"/>
                </a:solidFill>
                <a:highlight>
                  <a:srgbClr val="FFFFFF"/>
                </a:highlight>
                <a:latin typeface="Arial"/>
                <a:ea typeface="Arial"/>
                <a:cs typeface="Arial"/>
                <a:sym typeface="Arial"/>
              </a:rPr>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Tests</a:t>
            </a:r>
            <a:endParaRPr/>
          </a:p>
        </p:txBody>
      </p:sp>
      <p:sp>
        <p:nvSpPr>
          <p:cNvPr id="98" name="Google Shape;98;p18"/>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Here for our </a:t>
            </a:r>
            <a:r>
              <a:rPr lang="en"/>
              <a:t>prototype</a:t>
            </a:r>
            <a:r>
              <a:rPr lang="en"/>
              <a:t> we tested our Ai to identify the leaf condition of this </a:t>
            </a:r>
            <a:r>
              <a:rPr lang="en"/>
              <a:t>t</a:t>
            </a:r>
            <a:r>
              <a:rPr lang="en"/>
              <a:t>omato plant. At first, in our human eyes, we think that the leaf here is healthy and have no issue. In datamato point of view, it identify that this leaf is affected by a bacterial spot which is absolutely right. This ai detects something out of ordinary of what we </a:t>
            </a:r>
            <a:r>
              <a:rPr lang="en"/>
              <a:t>thought</a:t>
            </a:r>
            <a:r>
              <a:rPr lang="en"/>
              <a:t> it could be. This prototype can save many tomato plants being affected by these disease.</a:t>
            </a:r>
            <a:endParaRPr/>
          </a:p>
        </p:txBody>
      </p:sp>
      <p:pic>
        <p:nvPicPr>
          <p:cNvPr id="99" name="Google Shape;99;p18"/>
          <p:cNvPicPr preferRelativeResize="0"/>
          <p:nvPr/>
        </p:nvPicPr>
        <p:blipFill rotWithShape="1">
          <a:blip r:embed="rId3">
            <a:alphaModFix/>
          </a:blip>
          <a:srcRect b="-1100" l="0" r="0" t="1100"/>
          <a:stretch/>
        </p:blipFill>
        <p:spPr>
          <a:xfrm>
            <a:off x="4166300" y="687112"/>
            <a:ext cx="5018198" cy="3769274"/>
          </a:xfrm>
          <a:prstGeom prst="rect">
            <a:avLst/>
          </a:prstGeom>
          <a:noFill/>
          <a:ln>
            <a:noFill/>
          </a:ln>
        </p:spPr>
      </p:pic>
      <p:sp>
        <p:nvSpPr>
          <p:cNvPr id="100" name="Google Shape;100;p18"/>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a:t>
            </a:r>
            <a:r>
              <a:rPr lang="en"/>
              <a:t>development</a:t>
            </a:r>
            <a:endParaRPr/>
          </a:p>
        </p:txBody>
      </p:sp>
      <p:sp>
        <p:nvSpPr>
          <p:cNvPr id="106" name="Google Shape;106;p19"/>
          <p:cNvSpPr txBox="1"/>
          <p:nvPr>
            <p:ph idx="1" type="body"/>
          </p:nvPr>
        </p:nvSpPr>
        <p:spPr>
          <a:xfrm>
            <a:off x="311700" y="126617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As for this product still in its early stages, datamato might make some errors along the way. I am planning to improve this product by providing better dataset for datamato to </a:t>
            </a:r>
            <a:r>
              <a:rPr lang="en"/>
              <a:t>learn</a:t>
            </a:r>
            <a:r>
              <a:rPr lang="en"/>
              <a:t> and identify unusual </a:t>
            </a:r>
            <a:r>
              <a:rPr lang="en"/>
              <a:t>patterns</a:t>
            </a:r>
            <a:r>
              <a:rPr lang="en"/>
              <a:t> that us humans can not see. datamato is also running on image net which might not be the best for analyzing especially if you want to analyze a huge tomato farm. I </a:t>
            </a:r>
            <a:r>
              <a:rPr lang="en"/>
              <a:t>should</a:t>
            </a:r>
            <a:r>
              <a:rPr lang="en"/>
              <a:t> probably make the Ai run on detect net, so that way it can analyze results in real time by using a camera. That would be 10x better than taking a </a:t>
            </a:r>
            <a:r>
              <a:rPr lang="en"/>
              <a:t>picture and analyzing it one by one.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00" y="42187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Impact of our product</a:t>
            </a:r>
            <a:endParaRPr/>
          </a:p>
        </p:txBody>
      </p:sp>
      <p:sp>
        <p:nvSpPr>
          <p:cNvPr id="112" name="Google Shape;112;p20"/>
          <p:cNvSpPr txBox="1"/>
          <p:nvPr>
            <p:ph idx="1" type="body"/>
          </p:nvPr>
        </p:nvSpPr>
        <p:spPr>
          <a:xfrm>
            <a:off x="311700" y="126617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With the special use of this product, this product can change how tomato farms work. Farmers can now know if their crops are being </a:t>
            </a:r>
            <a:r>
              <a:rPr lang="en"/>
              <a:t>affected</a:t>
            </a:r>
            <a:r>
              <a:rPr lang="en"/>
              <a:t> by disease and can apply appropriate treatment quickly. With datamato, tomato crop growth would increase as well as </a:t>
            </a:r>
            <a:r>
              <a:rPr lang="en"/>
              <a:t>mitigating</a:t>
            </a:r>
            <a:r>
              <a:rPr lang="en"/>
              <a:t> the risk of developing bad </a:t>
            </a:r>
            <a:r>
              <a:rPr lang="en"/>
              <a:t>tomatoes</a:t>
            </a:r>
            <a:r>
              <a:rPr lang="en"/>
              <a:t>. Food supply and sales for </a:t>
            </a:r>
            <a:r>
              <a:rPr lang="en"/>
              <a:t>tomatoes</a:t>
            </a:r>
            <a:r>
              <a:rPr lang="en"/>
              <a:t> would rise exceedingly high with </a:t>
            </a:r>
            <a:r>
              <a:rPr lang="en"/>
              <a:t>this product. This product can also inspired other products to be developed for other crops as well.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Thank you for Reading my </a:t>
            </a:r>
            <a:r>
              <a:rPr lang="en"/>
              <a:t>Presentation</a:t>
            </a:r>
            <a:r>
              <a:rPr lang="en"/>
              <a:t>.</a:t>
            </a:r>
            <a:endParaRPr/>
          </a:p>
        </p:txBody>
      </p:sp>
      <p:sp>
        <p:nvSpPr>
          <p:cNvPr id="118" name="Google Shape;118;p21"/>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Anyone has question or feedback about my product?</a:t>
            </a:r>
            <a:endParaRPr/>
          </a:p>
        </p:txBody>
      </p:sp>
      <p:sp>
        <p:nvSpPr>
          <p:cNvPr id="119" name="Google Shape;119;p21"/>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